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7562850" cx="10696575"/>
  <p:notesSz cx="6858000" cy="9144000"/>
  <p:embeddedFontLst>
    <p:embeddedFont>
      <p:font typeface="Poppins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2">
          <p15:clr>
            <a:srgbClr val="747775"/>
          </p15:clr>
        </p15:guide>
        <p15:guide id="2" pos="336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2" orient="horz"/>
        <p:guide pos="336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Poppins-boldItalic.fntdata"/><Relationship Id="rId10" Type="http://schemas.openxmlformats.org/officeDocument/2006/relationships/font" Target="fonts/Poppins-italic.fntdata"/><Relationship Id="rId9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391" y="685800"/>
            <a:ext cx="4849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004391" y="685800"/>
            <a:ext cx="4849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daf87d839_0_5:notes"/>
          <p:cNvSpPr/>
          <p:nvPr>
            <p:ph idx="2" type="sldImg"/>
          </p:nvPr>
        </p:nvSpPr>
        <p:spPr>
          <a:xfrm>
            <a:off x="1004391" y="685800"/>
            <a:ext cx="4849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daf87d83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4634" y="1094801"/>
            <a:ext cx="9967500" cy="3018300"/>
          </a:xfrm>
          <a:prstGeom prst="rect">
            <a:avLst/>
          </a:prstGeom>
        </p:spPr>
        <p:txBody>
          <a:bodyPr anchorCtr="0" anchor="b" bIns="116125" lIns="116125" spcFirstLastPara="1" rIns="116125" wrap="square" tIns="116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604"/>
              <a:buNone/>
              <a:defRPr sz="6604"/>
            </a:lvl1pPr>
            <a:lvl2pPr lvl="1" algn="ctr">
              <a:spcBef>
                <a:spcPts val="0"/>
              </a:spcBef>
              <a:spcAft>
                <a:spcPts val="0"/>
              </a:spcAft>
              <a:buSzPts val="6604"/>
              <a:buNone/>
              <a:defRPr sz="6604"/>
            </a:lvl2pPr>
            <a:lvl3pPr lvl="2" algn="ctr">
              <a:spcBef>
                <a:spcPts val="0"/>
              </a:spcBef>
              <a:spcAft>
                <a:spcPts val="0"/>
              </a:spcAft>
              <a:buSzPts val="6604"/>
              <a:buNone/>
              <a:defRPr sz="6604"/>
            </a:lvl3pPr>
            <a:lvl4pPr lvl="3" algn="ctr">
              <a:spcBef>
                <a:spcPts val="0"/>
              </a:spcBef>
              <a:spcAft>
                <a:spcPts val="0"/>
              </a:spcAft>
              <a:buSzPts val="6604"/>
              <a:buNone/>
              <a:defRPr sz="6604"/>
            </a:lvl4pPr>
            <a:lvl5pPr lvl="4" algn="ctr">
              <a:spcBef>
                <a:spcPts val="0"/>
              </a:spcBef>
              <a:spcAft>
                <a:spcPts val="0"/>
              </a:spcAft>
              <a:buSzPts val="6604"/>
              <a:buNone/>
              <a:defRPr sz="6604"/>
            </a:lvl5pPr>
            <a:lvl6pPr lvl="5" algn="ctr">
              <a:spcBef>
                <a:spcPts val="0"/>
              </a:spcBef>
              <a:spcAft>
                <a:spcPts val="0"/>
              </a:spcAft>
              <a:buSzPts val="6604"/>
              <a:buNone/>
              <a:defRPr sz="6604"/>
            </a:lvl6pPr>
            <a:lvl7pPr lvl="6" algn="ctr">
              <a:spcBef>
                <a:spcPts val="0"/>
              </a:spcBef>
              <a:spcAft>
                <a:spcPts val="0"/>
              </a:spcAft>
              <a:buSzPts val="6604"/>
              <a:buNone/>
              <a:defRPr sz="6604"/>
            </a:lvl7pPr>
            <a:lvl8pPr lvl="7" algn="ctr">
              <a:spcBef>
                <a:spcPts val="0"/>
              </a:spcBef>
              <a:spcAft>
                <a:spcPts val="0"/>
              </a:spcAft>
              <a:buSzPts val="6604"/>
              <a:buNone/>
              <a:defRPr sz="6604"/>
            </a:lvl8pPr>
            <a:lvl9pPr lvl="8" algn="ctr">
              <a:spcBef>
                <a:spcPts val="0"/>
              </a:spcBef>
              <a:spcAft>
                <a:spcPts val="0"/>
              </a:spcAft>
              <a:buSzPts val="6604"/>
              <a:buNone/>
              <a:defRPr sz="6604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4624" y="4167213"/>
            <a:ext cx="9967500" cy="1165500"/>
          </a:xfrm>
          <a:prstGeom prst="rect">
            <a:avLst/>
          </a:prstGeom>
        </p:spPr>
        <p:txBody>
          <a:bodyPr anchorCtr="0" anchor="t" bIns="116125" lIns="116125" spcFirstLastPara="1" rIns="116125" wrap="square" tIns="1161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911011" y="6856656"/>
            <a:ext cx="642000" cy="578700"/>
          </a:xfrm>
          <a:prstGeom prst="rect">
            <a:avLst/>
          </a:prstGeom>
        </p:spPr>
        <p:txBody>
          <a:bodyPr anchorCtr="0" anchor="ctr" bIns="116125" lIns="116125" spcFirstLastPara="1" rIns="116125" wrap="square" tIns="116125">
            <a:normAutofit/>
          </a:bodyPr>
          <a:lstStyle>
            <a:lvl1pPr lvl="0">
              <a:buNone/>
              <a:defRPr sz="1270"/>
            </a:lvl1pPr>
            <a:lvl2pPr lvl="1">
              <a:buNone/>
              <a:defRPr sz="1270"/>
            </a:lvl2pPr>
            <a:lvl3pPr lvl="2">
              <a:buNone/>
              <a:defRPr sz="1270"/>
            </a:lvl3pPr>
            <a:lvl4pPr lvl="3">
              <a:buNone/>
              <a:defRPr sz="1270"/>
            </a:lvl4pPr>
            <a:lvl5pPr lvl="4">
              <a:buNone/>
              <a:defRPr sz="1270"/>
            </a:lvl5pPr>
            <a:lvl6pPr lvl="5">
              <a:buNone/>
              <a:defRPr sz="1270"/>
            </a:lvl6pPr>
            <a:lvl7pPr lvl="6">
              <a:buNone/>
              <a:defRPr sz="1270"/>
            </a:lvl7pPr>
            <a:lvl8pPr lvl="7">
              <a:buNone/>
              <a:defRPr sz="1270"/>
            </a:lvl8pPr>
            <a:lvl9pPr lvl="8">
              <a:buNone/>
              <a:defRPr sz="127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4624" y="3162546"/>
            <a:ext cx="9967500" cy="1237800"/>
          </a:xfrm>
          <a:prstGeom prst="rect">
            <a:avLst/>
          </a:prstGeom>
        </p:spPr>
        <p:txBody>
          <a:bodyPr anchorCtr="0" anchor="ctr" bIns="116125" lIns="116125" spcFirstLastPara="1" rIns="116125" wrap="square" tIns="116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72"/>
              <a:buNone/>
              <a:defRPr sz="4572"/>
            </a:lvl1pPr>
            <a:lvl2pPr lvl="1" algn="ctr">
              <a:spcBef>
                <a:spcPts val="0"/>
              </a:spcBef>
              <a:spcAft>
                <a:spcPts val="0"/>
              </a:spcAft>
              <a:buSzPts val="4572"/>
              <a:buNone/>
              <a:defRPr sz="4572"/>
            </a:lvl2pPr>
            <a:lvl3pPr lvl="2" algn="ctr">
              <a:spcBef>
                <a:spcPts val="0"/>
              </a:spcBef>
              <a:spcAft>
                <a:spcPts val="0"/>
              </a:spcAft>
              <a:buSzPts val="4572"/>
              <a:buNone/>
              <a:defRPr sz="4572"/>
            </a:lvl3pPr>
            <a:lvl4pPr lvl="3" algn="ctr">
              <a:spcBef>
                <a:spcPts val="0"/>
              </a:spcBef>
              <a:spcAft>
                <a:spcPts val="0"/>
              </a:spcAft>
              <a:buSzPts val="4572"/>
              <a:buNone/>
              <a:defRPr sz="4572"/>
            </a:lvl4pPr>
            <a:lvl5pPr lvl="4" algn="ctr">
              <a:spcBef>
                <a:spcPts val="0"/>
              </a:spcBef>
              <a:spcAft>
                <a:spcPts val="0"/>
              </a:spcAft>
              <a:buSzPts val="4572"/>
              <a:buNone/>
              <a:defRPr sz="4572"/>
            </a:lvl5pPr>
            <a:lvl6pPr lvl="5" algn="ctr">
              <a:spcBef>
                <a:spcPts val="0"/>
              </a:spcBef>
              <a:spcAft>
                <a:spcPts val="0"/>
              </a:spcAft>
              <a:buSzPts val="4572"/>
              <a:buNone/>
              <a:defRPr sz="4572"/>
            </a:lvl6pPr>
            <a:lvl7pPr lvl="6" algn="ctr">
              <a:spcBef>
                <a:spcPts val="0"/>
              </a:spcBef>
              <a:spcAft>
                <a:spcPts val="0"/>
              </a:spcAft>
              <a:buSzPts val="4572"/>
              <a:buNone/>
              <a:defRPr sz="4572"/>
            </a:lvl7pPr>
            <a:lvl8pPr lvl="7" algn="ctr">
              <a:spcBef>
                <a:spcPts val="0"/>
              </a:spcBef>
              <a:spcAft>
                <a:spcPts val="0"/>
              </a:spcAft>
              <a:buSzPts val="4572"/>
              <a:buNone/>
              <a:defRPr sz="4572"/>
            </a:lvl8pPr>
            <a:lvl9pPr lvl="8" algn="ctr">
              <a:spcBef>
                <a:spcPts val="0"/>
              </a:spcBef>
              <a:spcAft>
                <a:spcPts val="0"/>
              </a:spcAft>
              <a:buSzPts val="4572"/>
              <a:buNone/>
              <a:defRPr sz="4572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911011" y="6856656"/>
            <a:ext cx="642000" cy="578700"/>
          </a:xfrm>
          <a:prstGeom prst="rect">
            <a:avLst/>
          </a:prstGeom>
        </p:spPr>
        <p:txBody>
          <a:bodyPr anchorCtr="0" anchor="ctr" bIns="116125" lIns="116125" spcFirstLastPara="1" rIns="116125" wrap="square" tIns="116125">
            <a:normAutofit/>
          </a:bodyPr>
          <a:lstStyle>
            <a:lvl1pPr lvl="0">
              <a:buNone/>
              <a:defRPr sz="1270"/>
            </a:lvl1pPr>
            <a:lvl2pPr lvl="1">
              <a:buNone/>
              <a:defRPr sz="1270"/>
            </a:lvl2pPr>
            <a:lvl3pPr lvl="2">
              <a:buNone/>
              <a:defRPr sz="1270"/>
            </a:lvl3pPr>
            <a:lvl4pPr lvl="3">
              <a:buNone/>
              <a:defRPr sz="1270"/>
            </a:lvl4pPr>
            <a:lvl5pPr lvl="4">
              <a:buNone/>
              <a:defRPr sz="1270"/>
            </a:lvl5pPr>
            <a:lvl6pPr lvl="5">
              <a:buNone/>
              <a:defRPr sz="1270"/>
            </a:lvl6pPr>
            <a:lvl7pPr lvl="6">
              <a:buNone/>
              <a:defRPr sz="1270"/>
            </a:lvl7pPr>
            <a:lvl8pPr lvl="7">
              <a:buNone/>
              <a:defRPr sz="1270"/>
            </a:lvl8pPr>
            <a:lvl9pPr lvl="8">
              <a:buNone/>
              <a:defRPr sz="127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4624" y="654352"/>
            <a:ext cx="9967500" cy="842100"/>
          </a:xfrm>
          <a:prstGeom prst="rect">
            <a:avLst/>
          </a:prstGeom>
        </p:spPr>
        <p:txBody>
          <a:bodyPr anchorCtr="0" anchor="t" bIns="116125" lIns="116125" spcFirstLastPara="1" rIns="116125" wrap="square" tIns="116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1pPr>
            <a:lvl2pPr lvl="1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2pPr>
            <a:lvl3pPr lvl="2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3pPr>
            <a:lvl4pPr lvl="3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4pPr>
            <a:lvl5pPr lvl="4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5pPr>
            <a:lvl6pPr lvl="5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6pPr>
            <a:lvl7pPr lvl="6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7pPr>
            <a:lvl8pPr lvl="7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8pPr>
            <a:lvl9pPr lvl="8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4624" y="1694565"/>
            <a:ext cx="9967500" cy="5023500"/>
          </a:xfrm>
          <a:prstGeom prst="rect">
            <a:avLst/>
          </a:prstGeom>
        </p:spPr>
        <p:txBody>
          <a:bodyPr anchorCtr="0" anchor="t" bIns="116125" lIns="116125" spcFirstLastPara="1" rIns="116125" wrap="square" tIns="116125">
            <a:normAutofit/>
          </a:bodyPr>
          <a:lstStyle>
            <a:lvl1pPr indent="-373759" lvl="0" marL="457200">
              <a:spcBef>
                <a:spcPts val="0"/>
              </a:spcBef>
              <a:spcAft>
                <a:spcPts val="0"/>
              </a:spcAft>
              <a:buSzPts val="2286"/>
              <a:buChar char="●"/>
              <a:defRPr sz="2286"/>
            </a:lvl1pPr>
            <a:lvl2pPr indent="-341502" lvl="1" marL="914400">
              <a:spcBef>
                <a:spcPts val="0"/>
              </a:spcBef>
              <a:spcAft>
                <a:spcPts val="0"/>
              </a:spcAft>
              <a:buSzPts val="1778"/>
              <a:buChar char="○"/>
              <a:defRPr sz="1778"/>
            </a:lvl2pPr>
            <a:lvl3pPr indent="-341502" lvl="2" marL="1371600">
              <a:spcBef>
                <a:spcPts val="0"/>
              </a:spcBef>
              <a:spcAft>
                <a:spcPts val="0"/>
              </a:spcAft>
              <a:buSzPts val="1778"/>
              <a:buChar char="■"/>
              <a:defRPr sz="1778"/>
            </a:lvl3pPr>
            <a:lvl4pPr indent="-341502" lvl="3" marL="1828800">
              <a:spcBef>
                <a:spcPts val="0"/>
              </a:spcBef>
              <a:spcAft>
                <a:spcPts val="0"/>
              </a:spcAft>
              <a:buSzPts val="1778"/>
              <a:buChar char="●"/>
              <a:defRPr sz="1778"/>
            </a:lvl4pPr>
            <a:lvl5pPr indent="-341502" lvl="4" marL="2286000">
              <a:spcBef>
                <a:spcPts val="0"/>
              </a:spcBef>
              <a:spcAft>
                <a:spcPts val="0"/>
              </a:spcAft>
              <a:buSzPts val="1778"/>
              <a:buChar char="○"/>
              <a:defRPr sz="1778"/>
            </a:lvl5pPr>
            <a:lvl6pPr indent="-341502" lvl="5" marL="2743200">
              <a:spcBef>
                <a:spcPts val="0"/>
              </a:spcBef>
              <a:spcAft>
                <a:spcPts val="0"/>
              </a:spcAft>
              <a:buSzPts val="1778"/>
              <a:buChar char="■"/>
              <a:defRPr sz="1778"/>
            </a:lvl6pPr>
            <a:lvl7pPr indent="-341502" lvl="6" marL="3200400">
              <a:spcBef>
                <a:spcPts val="0"/>
              </a:spcBef>
              <a:spcAft>
                <a:spcPts val="0"/>
              </a:spcAft>
              <a:buSzPts val="1778"/>
              <a:buChar char="●"/>
              <a:defRPr sz="1778"/>
            </a:lvl7pPr>
            <a:lvl8pPr indent="-341502" lvl="7" marL="3657600">
              <a:spcBef>
                <a:spcPts val="0"/>
              </a:spcBef>
              <a:spcAft>
                <a:spcPts val="0"/>
              </a:spcAft>
              <a:buSzPts val="1778"/>
              <a:buChar char="○"/>
              <a:defRPr sz="1778"/>
            </a:lvl8pPr>
            <a:lvl9pPr indent="-341502" lvl="8" marL="4114800">
              <a:spcBef>
                <a:spcPts val="0"/>
              </a:spcBef>
              <a:spcAft>
                <a:spcPts val="0"/>
              </a:spcAft>
              <a:buSzPts val="1778"/>
              <a:buChar char="■"/>
              <a:defRPr sz="1778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911011" y="6856656"/>
            <a:ext cx="642000" cy="578700"/>
          </a:xfrm>
          <a:prstGeom prst="rect">
            <a:avLst/>
          </a:prstGeom>
        </p:spPr>
        <p:txBody>
          <a:bodyPr anchorCtr="0" anchor="ctr" bIns="116125" lIns="116125" spcFirstLastPara="1" rIns="116125" wrap="square" tIns="116125">
            <a:normAutofit/>
          </a:bodyPr>
          <a:lstStyle>
            <a:lvl1pPr lvl="0">
              <a:buNone/>
              <a:defRPr sz="1270"/>
            </a:lvl1pPr>
            <a:lvl2pPr lvl="1">
              <a:buNone/>
              <a:defRPr sz="1270"/>
            </a:lvl2pPr>
            <a:lvl3pPr lvl="2">
              <a:buNone/>
              <a:defRPr sz="1270"/>
            </a:lvl3pPr>
            <a:lvl4pPr lvl="3">
              <a:buNone/>
              <a:defRPr sz="1270"/>
            </a:lvl4pPr>
            <a:lvl5pPr lvl="4">
              <a:buNone/>
              <a:defRPr sz="1270"/>
            </a:lvl5pPr>
            <a:lvl6pPr lvl="5">
              <a:buNone/>
              <a:defRPr sz="1270"/>
            </a:lvl6pPr>
            <a:lvl7pPr lvl="6">
              <a:buNone/>
              <a:defRPr sz="1270"/>
            </a:lvl7pPr>
            <a:lvl8pPr lvl="7">
              <a:buNone/>
              <a:defRPr sz="1270"/>
            </a:lvl8pPr>
            <a:lvl9pPr lvl="8">
              <a:buNone/>
              <a:defRPr sz="127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4624" y="654352"/>
            <a:ext cx="9967500" cy="842100"/>
          </a:xfrm>
          <a:prstGeom prst="rect">
            <a:avLst/>
          </a:prstGeom>
        </p:spPr>
        <p:txBody>
          <a:bodyPr anchorCtr="0" anchor="t" bIns="116125" lIns="116125" spcFirstLastPara="1" rIns="116125" wrap="square" tIns="116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1pPr>
            <a:lvl2pPr lvl="1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2pPr>
            <a:lvl3pPr lvl="2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3pPr>
            <a:lvl4pPr lvl="3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4pPr>
            <a:lvl5pPr lvl="4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5pPr>
            <a:lvl6pPr lvl="5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6pPr>
            <a:lvl7pPr lvl="6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7pPr>
            <a:lvl8pPr lvl="7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8pPr>
            <a:lvl9pPr lvl="8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4624" y="1694565"/>
            <a:ext cx="4679100" cy="5023500"/>
          </a:xfrm>
          <a:prstGeom prst="rect">
            <a:avLst/>
          </a:prstGeom>
        </p:spPr>
        <p:txBody>
          <a:bodyPr anchorCtr="0" anchor="t" bIns="116125" lIns="116125" spcFirstLastPara="1" rIns="116125" wrap="square" tIns="116125">
            <a:normAutofit/>
          </a:bodyPr>
          <a:lstStyle>
            <a:lvl1pPr indent="-341502" lvl="0" marL="457200">
              <a:spcBef>
                <a:spcPts val="0"/>
              </a:spcBef>
              <a:spcAft>
                <a:spcPts val="0"/>
              </a:spcAft>
              <a:buSzPts val="1778"/>
              <a:buChar char="●"/>
              <a:defRPr sz="1778"/>
            </a:lvl1pPr>
            <a:lvl2pPr indent="-325373" lvl="1" marL="914400">
              <a:spcBef>
                <a:spcPts val="0"/>
              </a:spcBef>
              <a:spcAft>
                <a:spcPts val="0"/>
              </a:spcAft>
              <a:buSzPts val="1524"/>
              <a:buChar char="○"/>
              <a:defRPr sz="1524"/>
            </a:lvl2pPr>
            <a:lvl3pPr indent="-325373" lvl="2" marL="1371600">
              <a:spcBef>
                <a:spcPts val="0"/>
              </a:spcBef>
              <a:spcAft>
                <a:spcPts val="0"/>
              </a:spcAft>
              <a:buSzPts val="1524"/>
              <a:buChar char="■"/>
              <a:defRPr sz="1524"/>
            </a:lvl3pPr>
            <a:lvl4pPr indent="-325373" lvl="3" marL="1828800">
              <a:spcBef>
                <a:spcPts val="0"/>
              </a:spcBef>
              <a:spcAft>
                <a:spcPts val="0"/>
              </a:spcAft>
              <a:buSzPts val="1524"/>
              <a:buChar char="●"/>
              <a:defRPr sz="1524"/>
            </a:lvl4pPr>
            <a:lvl5pPr indent="-325373" lvl="4" marL="2286000">
              <a:spcBef>
                <a:spcPts val="0"/>
              </a:spcBef>
              <a:spcAft>
                <a:spcPts val="0"/>
              </a:spcAft>
              <a:buSzPts val="1524"/>
              <a:buChar char="○"/>
              <a:defRPr sz="1524"/>
            </a:lvl5pPr>
            <a:lvl6pPr indent="-325373" lvl="5" marL="2743200">
              <a:spcBef>
                <a:spcPts val="0"/>
              </a:spcBef>
              <a:spcAft>
                <a:spcPts val="0"/>
              </a:spcAft>
              <a:buSzPts val="1524"/>
              <a:buChar char="■"/>
              <a:defRPr sz="1524"/>
            </a:lvl6pPr>
            <a:lvl7pPr indent="-325373" lvl="6" marL="3200400">
              <a:spcBef>
                <a:spcPts val="0"/>
              </a:spcBef>
              <a:spcAft>
                <a:spcPts val="0"/>
              </a:spcAft>
              <a:buSzPts val="1524"/>
              <a:buChar char="●"/>
              <a:defRPr sz="1524"/>
            </a:lvl7pPr>
            <a:lvl8pPr indent="-325373" lvl="7" marL="3657600">
              <a:spcBef>
                <a:spcPts val="0"/>
              </a:spcBef>
              <a:spcAft>
                <a:spcPts val="0"/>
              </a:spcAft>
              <a:buSzPts val="1524"/>
              <a:buChar char="○"/>
              <a:defRPr sz="1524"/>
            </a:lvl8pPr>
            <a:lvl9pPr indent="-325373" lvl="8" marL="4114800">
              <a:spcBef>
                <a:spcPts val="0"/>
              </a:spcBef>
              <a:spcAft>
                <a:spcPts val="0"/>
              </a:spcAft>
              <a:buSzPts val="1524"/>
              <a:buChar char="■"/>
              <a:defRPr sz="1524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652901" y="1694565"/>
            <a:ext cx="4679100" cy="5023500"/>
          </a:xfrm>
          <a:prstGeom prst="rect">
            <a:avLst/>
          </a:prstGeom>
        </p:spPr>
        <p:txBody>
          <a:bodyPr anchorCtr="0" anchor="t" bIns="116125" lIns="116125" spcFirstLastPara="1" rIns="116125" wrap="square" tIns="116125">
            <a:normAutofit/>
          </a:bodyPr>
          <a:lstStyle>
            <a:lvl1pPr indent="-341502" lvl="0" marL="457200">
              <a:spcBef>
                <a:spcPts val="0"/>
              </a:spcBef>
              <a:spcAft>
                <a:spcPts val="0"/>
              </a:spcAft>
              <a:buSzPts val="1778"/>
              <a:buChar char="●"/>
              <a:defRPr sz="1778"/>
            </a:lvl1pPr>
            <a:lvl2pPr indent="-325373" lvl="1" marL="914400">
              <a:spcBef>
                <a:spcPts val="0"/>
              </a:spcBef>
              <a:spcAft>
                <a:spcPts val="0"/>
              </a:spcAft>
              <a:buSzPts val="1524"/>
              <a:buChar char="○"/>
              <a:defRPr sz="1524"/>
            </a:lvl2pPr>
            <a:lvl3pPr indent="-325373" lvl="2" marL="1371600">
              <a:spcBef>
                <a:spcPts val="0"/>
              </a:spcBef>
              <a:spcAft>
                <a:spcPts val="0"/>
              </a:spcAft>
              <a:buSzPts val="1524"/>
              <a:buChar char="■"/>
              <a:defRPr sz="1524"/>
            </a:lvl3pPr>
            <a:lvl4pPr indent="-325373" lvl="3" marL="1828800">
              <a:spcBef>
                <a:spcPts val="0"/>
              </a:spcBef>
              <a:spcAft>
                <a:spcPts val="0"/>
              </a:spcAft>
              <a:buSzPts val="1524"/>
              <a:buChar char="●"/>
              <a:defRPr sz="1524"/>
            </a:lvl4pPr>
            <a:lvl5pPr indent="-325373" lvl="4" marL="2286000">
              <a:spcBef>
                <a:spcPts val="0"/>
              </a:spcBef>
              <a:spcAft>
                <a:spcPts val="0"/>
              </a:spcAft>
              <a:buSzPts val="1524"/>
              <a:buChar char="○"/>
              <a:defRPr sz="1524"/>
            </a:lvl5pPr>
            <a:lvl6pPr indent="-325373" lvl="5" marL="2743200">
              <a:spcBef>
                <a:spcPts val="0"/>
              </a:spcBef>
              <a:spcAft>
                <a:spcPts val="0"/>
              </a:spcAft>
              <a:buSzPts val="1524"/>
              <a:buChar char="■"/>
              <a:defRPr sz="1524"/>
            </a:lvl6pPr>
            <a:lvl7pPr indent="-325373" lvl="6" marL="3200400">
              <a:spcBef>
                <a:spcPts val="0"/>
              </a:spcBef>
              <a:spcAft>
                <a:spcPts val="0"/>
              </a:spcAft>
              <a:buSzPts val="1524"/>
              <a:buChar char="●"/>
              <a:defRPr sz="1524"/>
            </a:lvl7pPr>
            <a:lvl8pPr indent="-325373" lvl="7" marL="3657600">
              <a:spcBef>
                <a:spcPts val="0"/>
              </a:spcBef>
              <a:spcAft>
                <a:spcPts val="0"/>
              </a:spcAft>
              <a:buSzPts val="1524"/>
              <a:buChar char="○"/>
              <a:defRPr sz="1524"/>
            </a:lvl8pPr>
            <a:lvl9pPr indent="-325373" lvl="8" marL="4114800">
              <a:spcBef>
                <a:spcPts val="0"/>
              </a:spcBef>
              <a:spcAft>
                <a:spcPts val="0"/>
              </a:spcAft>
              <a:buSzPts val="1524"/>
              <a:buChar char="■"/>
              <a:defRPr sz="1524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911011" y="6856656"/>
            <a:ext cx="642000" cy="578700"/>
          </a:xfrm>
          <a:prstGeom prst="rect">
            <a:avLst/>
          </a:prstGeom>
        </p:spPr>
        <p:txBody>
          <a:bodyPr anchorCtr="0" anchor="ctr" bIns="116125" lIns="116125" spcFirstLastPara="1" rIns="116125" wrap="square" tIns="116125">
            <a:normAutofit/>
          </a:bodyPr>
          <a:lstStyle>
            <a:lvl1pPr lvl="0">
              <a:buNone/>
              <a:defRPr sz="1270"/>
            </a:lvl1pPr>
            <a:lvl2pPr lvl="1">
              <a:buNone/>
              <a:defRPr sz="1270"/>
            </a:lvl2pPr>
            <a:lvl3pPr lvl="2">
              <a:buNone/>
              <a:defRPr sz="1270"/>
            </a:lvl3pPr>
            <a:lvl4pPr lvl="3">
              <a:buNone/>
              <a:defRPr sz="1270"/>
            </a:lvl4pPr>
            <a:lvl5pPr lvl="4">
              <a:buNone/>
              <a:defRPr sz="1270"/>
            </a:lvl5pPr>
            <a:lvl6pPr lvl="5">
              <a:buNone/>
              <a:defRPr sz="1270"/>
            </a:lvl6pPr>
            <a:lvl7pPr lvl="6">
              <a:buNone/>
              <a:defRPr sz="1270"/>
            </a:lvl7pPr>
            <a:lvl8pPr lvl="7">
              <a:buNone/>
              <a:defRPr sz="1270"/>
            </a:lvl8pPr>
            <a:lvl9pPr lvl="8">
              <a:buNone/>
              <a:defRPr sz="127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4624" y="654352"/>
            <a:ext cx="9967500" cy="842100"/>
          </a:xfrm>
          <a:prstGeom prst="rect">
            <a:avLst/>
          </a:prstGeom>
        </p:spPr>
        <p:txBody>
          <a:bodyPr anchorCtr="0" anchor="t" bIns="116125" lIns="116125" spcFirstLastPara="1" rIns="116125" wrap="square" tIns="116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1pPr>
            <a:lvl2pPr lvl="1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2pPr>
            <a:lvl3pPr lvl="2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3pPr>
            <a:lvl4pPr lvl="3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4pPr>
            <a:lvl5pPr lvl="4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5pPr>
            <a:lvl6pPr lvl="5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6pPr>
            <a:lvl7pPr lvl="6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7pPr>
            <a:lvl8pPr lvl="7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8pPr>
            <a:lvl9pPr lvl="8">
              <a:spcBef>
                <a:spcPts val="0"/>
              </a:spcBef>
              <a:spcAft>
                <a:spcPts val="0"/>
              </a:spcAft>
              <a:buSzPts val="3556"/>
              <a:buNone/>
              <a:defRPr sz="3556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911011" y="6856656"/>
            <a:ext cx="642000" cy="578700"/>
          </a:xfrm>
          <a:prstGeom prst="rect">
            <a:avLst/>
          </a:prstGeom>
        </p:spPr>
        <p:txBody>
          <a:bodyPr anchorCtr="0" anchor="ctr" bIns="116125" lIns="116125" spcFirstLastPara="1" rIns="116125" wrap="square" tIns="116125">
            <a:normAutofit/>
          </a:bodyPr>
          <a:lstStyle>
            <a:lvl1pPr lvl="0">
              <a:buNone/>
              <a:defRPr sz="1270"/>
            </a:lvl1pPr>
            <a:lvl2pPr lvl="1">
              <a:buNone/>
              <a:defRPr sz="1270"/>
            </a:lvl2pPr>
            <a:lvl3pPr lvl="2">
              <a:buNone/>
              <a:defRPr sz="1270"/>
            </a:lvl3pPr>
            <a:lvl4pPr lvl="3">
              <a:buNone/>
              <a:defRPr sz="1270"/>
            </a:lvl4pPr>
            <a:lvl5pPr lvl="4">
              <a:buNone/>
              <a:defRPr sz="1270"/>
            </a:lvl5pPr>
            <a:lvl6pPr lvl="5">
              <a:buNone/>
              <a:defRPr sz="1270"/>
            </a:lvl6pPr>
            <a:lvl7pPr lvl="6">
              <a:buNone/>
              <a:defRPr sz="1270"/>
            </a:lvl7pPr>
            <a:lvl8pPr lvl="7">
              <a:buNone/>
              <a:defRPr sz="1270"/>
            </a:lvl8pPr>
            <a:lvl9pPr lvl="8">
              <a:buNone/>
              <a:defRPr sz="127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4624" y="816938"/>
            <a:ext cx="3284700" cy="1111200"/>
          </a:xfrm>
          <a:prstGeom prst="rect">
            <a:avLst/>
          </a:prstGeom>
        </p:spPr>
        <p:txBody>
          <a:bodyPr anchorCtr="0" anchor="b" bIns="116125" lIns="116125" spcFirstLastPara="1" rIns="116125" wrap="square" tIns="116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48"/>
              <a:buNone/>
              <a:defRPr sz="3048"/>
            </a:lvl1pPr>
            <a:lvl2pPr lvl="1">
              <a:spcBef>
                <a:spcPts val="0"/>
              </a:spcBef>
              <a:spcAft>
                <a:spcPts val="0"/>
              </a:spcAft>
              <a:buSzPts val="3048"/>
              <a:buNone/>
              <a:defRPr sz="3048"/>
            </a:lvl2pPr>
            <a:lvl3pPr lvl="2">
              <a:spcBef>
                <a:spcPts val="0"/>
              </a:spcBef>
              <a:spcAft>
                <a:spcPts val="0"/>
              </a:spcAft>
              <a:buSzPts val="3048"/>
              <a:buNone/>
              <a:defRPr sz="3048"/>
            </a:lvl3pPr>
            <a:lvl4pPr lvl="3">
              <a:spcBef>
                <a:spcPts val="0"/>
              </a:spcBef>
              <a:spcAft>
                <a:spcPts val="0"/>
              </a:spcAft>
              <a:buSzPts val="3048"/>
              <a:buNone/>
              <a:defRPr sz="3048"/>
            </a:lvl4pPr>
            <a:lvl5pPr lvl="4">
              <a:spcBef>
                <a:spcPts val="0"/>
              </a:spcBef>
              <a:spcAft>
                <a:spcPts val="0"/>
              </a:spcAft>
              <a:buSzPts val="3048"/>
              <a:buNone/>
              <a:defRPr sz="3048"/>
            </a:lvl5pPr>
            <a:lvl6pPr lvl="5">
              <a:spcBef>
                <a:spcPts val="0"/>
              </a:spcBef>
              <a:spcAft>
                <a:spcPts val="0"/>
              </a:spcAft>
              <a:buSzPts val="3048"/>
              <a:buNone/>
              <a:defRPr sz="3048"/>
            </a:lvl6pPr>
            <a:lvl7pPr lvl="6">
              <a:spcBef>
                <a:spcPts val="0"/>
              </a:spcBef>
              <a:spcAft>
                <a:spcPts val="0"/>
              </a:spcAft>
              <a:buSzPts val="3048"/>
              <a:buNone/>
              <a:defRPr sz="3048"/>
            </a:lvl7pPr>
            <a:lvl8pPr lvl="7">
              <a:spcBef>
                <a:spcPts val="0"/>
              </a:spcBef>
              <a:spcAft>
                <a:spcPts val="0"/>
              </a:spcAft>
              <a:buSzPts val="3048"/>
              <a:buNone/>
              <a:defRPr sz="3048"/>
            </a:lvl8pPr>
            <a:lvl9pPr lvl="8">
              <a:spcBef>
                <a:spcPts val="0"/>
              </a:spcBef>
              <a:spcAft>
                <a:spcPts val="0"/>
              </a:spcAft>
              <a:buSzPts val="3048"/>
              <a:buNone/>
              <a:defRPr sz="3048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4624" y="2043227"/>
            <a:ext cx="3284700" cy="4674900"/>
          </a:xfrm>
          <a:prstGeom prst="rect">
            <a:avLst/>
          </a:prstGeom>
        </p:spPr>
        <p:txBody>
          <a:bodyPr anchorCtr="0" anchor="t" bIns="116125" lIns="116125" spcFirstLastPara="1" rIns="116125" wrap="square" tIns="116125">
            <a:normAutofit/>
          </a:bodyPr>
          <a:lstStyle>
            <a:lvl1pPr indent="-325373" lvl="0" marL="457200">
              <a:spcBef>
                <a:spcPts val="0"/>
              </a:spcBef>
              <a:spcAft>
                <a:spcPts val="0"/>
              </a:spcAft>
              <a:buSzPts val="1524"/>
              <a:buChar char="●"/>
              <a:defRPr sz="1524"/>
            </a:lvl1pPr>
            <a:lvl2pPr indent="-325373" lvl="1" marL="914400">
              <a:spcBef>
                <a:spcPts val="0"/>
              </a:spcBef>
              <a:spcAft>
                <a:spcPts val="0"/>
              </a:spcAft>
              <a:buSzPts val="1524"/>
              <a:buChar char="○"/>
              <a:defRPr sz="1524"/>
            </a:lvl2pPr>
            <a:lvl3pPr indent="-325373" lvl="2" marL="1371600">
              <a:spcBef>
                <a:spcPts val="0"/>
              </a:spcBef>
              <a:spcAft>
                <a:spcPts val="0"/>
              </a:spcAft>
              <a:buSzPts val="1524"/>
              <a:buChar char="■"/>
              <a:defRPr sz="1524"/>
            </a:lvl3pPr>
            <a:lvl4pPr indent="-325373" lvl="3" marL="1828800">
              <a:spcBef>
                <a:spcPts val="0"/>
              </a:spcBef>
              <a:spcAft>
                <a:spcPts val="0"/>
              </a:spcAft>
              <a:buSzPts val="1524"/>
              <a:buChar char="●"/>
              <a:defRPr sz="1524"/>
            </a:lvl4pPr>
            <a:lvl5pPr indent="-325373" lvl="4" marL="2286000">
              <a:spcBef>
                <a:spcPts val="0"/>
              </a:spcBef>
              <a:spcAft>
                <a:spcPts val="0"/>
              </a:spcAft>
              <a:buSzPts val="1524"/>
              <a:buChar char="○"/>
              <a:defRPr sz="1524"/>
            </a:lvl5pPr>
            <a:lvl6pPr indent="-325373" lvl="5" marL="2743200">
              <a:spcBef>
                <a:spcPts val="0"/>
              </a:spcBef>
              <a:spcAft>
                <a:spcPts val="0"/>
              </a:spcAft>
              <a:buSzPts val="1524"/>
              <a:buChar char="■"/>
              <a:defRPr sz="1524"/>
            </a:lvl6pPr>
            <a:lvl7pPr indent="-325373" lvl="6" marL="3200400">
              <a:spcBef>
                <a:spcPts val="0"/>
              </a:spcBef>
              <a:spcAft>
                <a:spcPts val="0"/>
              </a:spcAft>
              <a:buSzPts val="1524"/>
              <a:buChar char="●"/>
              <a:defRPr sz="1524"/>
            </a:lvl7pPr>
            <a:lvl8pPr indent="-325373" lvl="7" marL="3657600">
              <a:spcBef>
                <a:spcPts val="0"/>
              </a:spcBef>
              <a:spcAft>
                <a:spcPts val="0"/>
              </a:spcAft>
              <a:buSzPts val="1524"/>
              <a:buChar char="○"/>
              <a:defRPr sz="1524"/>
            </a:lvl8pPr>
            <a:lvl9pPr indent="-325373" lvl="8" marL="4114800">
              <a:spcBef>
                <a:spcPts val="0"/>
              </a:spcBef>
              <a:spcAft>
                <a:spcPts val="0"/>
              </a:spcAft>
              <a:buSzPts val="1524"/>
              <a:buChar char="■"/>
              <a:defRPr sz="1524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911011" y="6856656"/>
            <a:ext cx="642000" cy="578700"/>
          </a:xfrm>
          <a:prstGeom prst="rect">
            <a:avLst/>
          </a:prstGeom>
        </p:spPr>
        <p:txBody>
          <a:bodyPr anchorCtr="0" anchor="ctr" bIns="116125" lIns="116125" spcFirstLastPara="1" rIns="116125" wrap="square" tIns="116125">
            <a:normAutofit/>
          </a:bodyPr>
          <a:lstStyle>
            <a:lvl1pPr lvl="0">
              <a:buNone/>
              <a:defRPr sz="1270"/>
            </a:lvl1pPr>
            <a:lvl2pPr lvl="1">
              <a:buNone/>
              <a:defRPr sz="1270"/>
            </a:lvl2pPr>
            <a:lvl3pPr lvl="2">
              <a:buNone/>
              <a:defRPr sz="1270"/>
            </a:lvl3pPr>
            <a:lvl4pPr lvl="3">
              <a:buNone/>
              <a:defRPr sz="1270"/>
            </a:lvl4pPr>
            <a:lvl5pPr lvl="4">
              <a:buNone/>
              <a:defRPr sz="1270"/>
            </a:lvl5pPr>
            <a:lvl6pPr lvl="5">
              <a:buNone/>
              <a:defRPr sz="1270"/>
            </a:lvl6pPr>
            <a:lvl7pPr lvl="6">
              <a:buNone/>
              <a:defRPr sz="1270"/>
            </a:lvl7pPr>
            <a:lvl8pPr lvl="7">
              <a:buNone/>
              <a:defRPr sz="1270"/>
            </a:lvl8pPr>
            <a:lvl9pPr lvl="8">
              <a:buNone/>
              <a:defRPr sz="127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3490" y="661887"/>
            <a:ext cx="7449000" cy="6015000"/>
          </a:xfrm>
          <a:prstGeom prst="rect">
            <a:avLst/>
          </a:prstGeom>
        </p:spPr>
        <p:txBody>
          <a:bodyPr anchorCtr="0" anchor="ctr" bIns="116125" lIns="116125" spcFirstLastPara="1" rIns="116125" wrap="square" tIns="116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96"/>
              <a:buNone/>
              <a:defRPr sz="6096"/>
            </a:lvl1pPr>
            <a:lvl2pPr lvl="1">
              <a:spcBef>
                <a:spcPts val="0"/>
              </a:spcBef>
              <a:spcAft>
                <a:spcPts val="0"/>
              </a:spcAft>
              <a:buSzPts val="6096"/>
              <a:buNone/>
              <a:defRPr sz="6096"/>
            </a:lvl2pPr>
            <a:lvl3pPr lvl="2">
              <a:spcBef>
                <a:spcPts val="0"/>
              </a:spcBef>
              <a:spcAft>
                <a:spcPts val="0"/>
              </a:spcAft>
              <a:buSzPts val="6096"/>
              <a:buNone/>
              <a:defRPr sz="6096"/>
            </a:lvl3pPr>
            <a:lvl4pPr lvl="3">
              <a:spcBef>
                <a:spcPts val="0"/>
              </a:spcBef>
              <a:spcAft>
                <a:spcPts val="0"/>
              </a:spcAft>
              <a:buSzPts val="6096"/>
              <a:buNone/>
              <a:defRPr sz="6096"/>
            </a:lvl4pPr>
            <a:lvl5pPr lvl="4">
              <a:spcBef>
                <a:spcPts val="0"/>
              </a:spcBef>
              <a:spcAft>
                <a:spcPts val="0"/>
              </a:spcAft>
              <a:buSzPts val="6096"/>
              <a:buNone/>
              <a:defRPr sz="6096"/>
            </a:lvl5pPr>
            <a:lvl6pPr lvl="5">
              <a:spcBef>
                <a:spcPts val="0"/>
              </a:spcBef>
              <a:spcAft>
                <a:spcPts val="0"/>
              </a:spcAft>
              <a:buSzPts val="6096"/>
              <a:buNone/>
              <a:defRPr sz="6096"/>
            </a:lvl6pPr>
            <a:lvl7pPr lvl="6">
              <a:spcBef>
                <a:spcPts val="0"/>
              </a:spcBef>
              <a:spcAft>
                <a:spcPts val="0"/>
              </a:spcAft>
              <a:buSzPts val="6096"/>
              <a:buNone/>
              <a:defRPr sz="6096"/>
            </a:lvl7pPr>
            <a:lvl8pPr lvl="7">
              <a:spcBef>
                <a:spcPts val="0"/>
              </a:spcBef>
              <a:spcAft>
                <a:spcPts val="0"/>
              </a:spcAft>
              <a:buSzPts val="6096"/>
              <a:buNone/>
              <a:defRPr sz="6096"/>
            </a:lvl8pPr>
            <a:lvl9pPr lvl="8">
              <a:spcBef>
                <a:spcPts val="0"/>
              </a:spcBef>
              <a:spcAft>
                <a:spcPts val="0"/>
              </a:spcAft>
              <a:buSzPts val="6096"/>
              <a:buNone/>
              <a:defRPr sz="6096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911011" y="6856656"/>
            <a:ext cx="642000" cy="578700"/>
          </a:xfrm>
          <a:prstGeom prst="rect">
            <a:avLst/>
          </a:prstGeom>
        </p:spPr>
        <p:txBody>
          <a:bodyPr anchorCtr="0" anchor="ctr" bIns="116125" lIns="116125" spcFirstLastPara="1" rIns="116125" wrap="square" tIns="116125">
            <a:normAutofit/>
          </a:bodyPr>
          <a:lstStyle>
            <a:lvl1pPr lvl="0">
              <a:buNone/>
              <a:defRPr sz="1270"/>
            </a:lvl1pPr>
            <a:lvl2pPr lvl="1">
              <a:buNone/>
              <a:defRPr sz="1270"/>
            </a:lvl2pPr>
            <a:lvl3pPr lvl="2">
              <a:buNone/>
              <a:defRPr sz="1270"/>
            </a:lvl3pPr>
            <a:lvl4pPr lvl="3">
              <a:buNone/>
              <a:defRPr sz="1270"/>
            </a:lvl4pPr>
            <a:lvl5pPr lvl="4">
              <a:buNone/>
              <a:defRPr sz="1270"/>
            </a:lvl5pPr>
            <a:lvl6pPr lvl="5">
              <a:buNone/>
              <a:defRPr sz="1270"/>
            </a:lvl6pPr>
            <a:lvl7pPr lvl="6">
              <a:buNone/>
              <a:defRPr sz="1270"/>
            </a:lvl7pPr>
            <a:lvl8pPr lvl="7">
              <a:buNone/>
              <a:defRPr sz="1270"/>
            </a:lvl8pPr>
            <a:lvl9pPr lvl="8">
              <a:buNone/>
              <a:defRPr sz="127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348288" y="-184"/>
            <a:ext cx="5348400" cy="756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6125" lIns="116125" spcFirstLastPara="1" rIns="116125" wrap="square" tIns="116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0580" y="1813224"/>
            <a:ext cx="4732200" cy="2179500"/>
          </a:xfrm>
          <a:prstGeom prst="rect">
            <a:avLst/>
          </a:prstGeom>
        </p:spPr>
        <p:txBody>
          <a:bodyPr anchorCtr="0" anchor="b" bIns="116125" lIns="116125" spcFirstLastPara="1" rIns="116125" wrap="square" tIns="116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34"/>
              <a:buNone/>
              <a:defRPr sz="5334"/>
            </a:lvl1pPr>
            <a:lvl2pPr lvl="1" algn="ctr">
              <a:spcBef>
                <a:spcPts val="0"/>
              </a:spcBef>
              <a:spcAft>
                <a:spcPts val="0"/>
              </a:spcAft>
              <a:buSzPts val="5334"/>
              <a:buNone/>
              <a:defRPr sz="5334"/>
            </a:lvl2pPr>
            <a:lvl3pPr lvl="2" algn="ctr">
              <a:spcBef>
                <a:spcPts val="0"/>
              </a:spcBef>
              <a:spcAft>
                <a:spcPts val="0"/>
              </a:spcAft>
              <a:buSzPts val="5334"/>
              <a:buNone/>
              <a:defRPr sz="5334"/>
            </a:lvl3pPr>
            <a:lvl4pPr lvl="3" algn="ctr">
              <a:spcBef>
                <a:spcPts val="0"/>
              </a:spcBef>
              <a:spcAft>
                <a:spcPts val="0"/>
              </a:spcAft>
              <a:buSzPts val="5334"/>
              <a:buNone/>
              <a:defRPr sz="5334"/>
            </a:lvl4pPr>
            <a:lvl5pPr lvl="4" algn="ctr">
              <a:spcBef>
                <a:spcPts val="0"/>
              </a:spcBef>
              <a:spcAft>
                <a:spcPts val="0"/>
              </a:spcAft>
              <a:buSzPts val="5334"/>
              <a:buNone/>
              <a:defRPr sz="5334"/>
            </a:lvl5pPr>
            <a:lvl6pPr lvl="5" algn="ctr">
              <a:spcBef>
                <a:spcPts val="0"/>
              </a:spcBef>
              <a:spcAft>
                <a:spcPts val="0"/>
              </a:spcAft>
              <a:buSzPts val="5334"/>
              <a:buNone/>
              <a:defRPr sz="5334"/>
            </a:lvl6pPr>
            <a:lvl7pPr lvl="6" algn="ctr">
              <a:spcBef>
                <a:spcPts val="0"/>
              </a:spcBef>
              <a:spcAft>
                <a:spcPts val="0"/>
              </a:spcAft>
              <a:buSzPts val="5334"/>
              <a:buNone/>
              <a:defRPr sz="5334"/>
            </a:lvl7pPr>
            <a:lvl8pPr lvl="7" algn="ctr">
              <a:spcBef>
                <a:spcPts val="0"/>
              </a:spcBef>
              <a:spcAft>
                <a:spcPts val="0"/>
              </a:spcAft>
              <a:buSzPts val="5334"/>
              <a:buNone/>
              <a:defRPr sz="5334"/>
            </a:lvl8pPr>
            <a:lvl9pPr lvl="8" algn="ctr">
              <a:spcBef>
                <a:spcPts val="0"/>
              </a:spcBef>
              <a:spcAft>
                <a:spcPts val="0"/>
              </a:spcAft>
              <a:buSzPts val="5334"/>
              <a:buNone/>
              <a:defRPr sz="5334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0580" y="4121558"/>
            <a:ext cx="4732200" cy="1816200"/>
          </a:xfrm>
          <a:prstGeom prst="rect">
            <a:avLst/>
          </a:prstGeom>
        </p:spPr>
        <p:txBody>
          <a:bodyPr anchorCtr="0" anchor="t" bIns="116125" lIns="116125" spcFirstLastPara="1" rIns="116125" wrap="square" tIns="1161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  <a:defRPr sz="26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  <a:defRPr sz="266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  <a:defRPr sz="26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  <a:defRPr sz="26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  <a:defRPr sz="26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  <a:defRPr sz="26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  <a:defRPr sz="26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  <a:defRPr sz="26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  <a:defRPr sz="2667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778186" y="1064658"/>
            <a:ext cx="4488600" cy="5433300"/>
          </a:xfrm>
          <a:prstGeom prst="rect">
            <a:avLst/>
          </a:prstGeom>
        </p:spPr>
        <p:txBody>
          <a:bodyPr anchorCtr="0" anchor="ctr" bIns="116125" lIns="116125" spcFirstLastPara="1" rIns="116125" wrap="square" tIns="116125">
            <a:normAutofit/>
          </a:bodyPr>
          <a:lstStyle>
            <a:lvl1pPr indent="-373759" lvl="0" marL="457200">
              <a:spcBef>
                <a:spcPts val="0"/>
              </a:spcBef>
              <a:spcAft>
                <a:spcPts val="0"/>
              </a:spcAft>
              <a:buSzPts val="2286"/>
              <a:buChar char="●"/>
              <a:defRPr sz="2286"/>
            </a:lvl1pPr>
            <a:lvl2pPr indent="-341502" lvl="1" marL="914400">
              <a:spcBef>
                <a:spcPts val="0"/>
              </a:spcBef>
              <a:spcAft>
                <a:spcPts val="0"/>
              </a:spcAft>
              <a:buSzPts val="1778"/>
              <a:buChar char="○"/>
              <a:defRPr sz="1778"/>
            </a:lvl2pPr>
            <a:lvl3pPr indent="-341502" lvl="2" marL="1371600">
              <a:spcBef>
                <a:spcPts val="0"/>
              </a:spcBef>
              <a:spcAft>
                <a:spcPts val="0"/>
              </a:spcAft>
              <a:buSzPts val="1778"/>
              <a:buChar char="■"/>
              <a:defRPr sz="1778"/>
            </a:lvl3pPr>
            <a:lvl4pPr indent="-341502" lvl="3" marL="1828800">
              <a:spcBef>
                <a:spcPts val="0"/>
              </a:spcBef>
              <a:spcAft>
                <a:spcPts val="0"/>
              </a:spcAft>
              <a:buSzPts val="1778"/>
              <a:buChar char="●"/>
              <a:defRPr sz="1778"/>
            </a:lvl4pPr>
            <a:lvl5pPr indent="-341502" lvl="4" marL="2286000">
              <a:spcBef>
                <a:spcPts val="0"/>
              </a:spcBef>
              <a:spcAft>
                <a:spcPts val="0"/>
              </a:spcAft>
              <a:buSzPts val="1778"/>
              <a:buChar char="○"/>
              <a:defRPr sz="1778"/>
            </a:lvl5pPr>
            <a:lvl6pPr indent="-341502" lvl="5" marL="2743200">
              <a:spcBef>
                <a:spcPts val="0"/>
              </a:spcBef>
              <a:spcAft>
                <a:spcPts val="0"/>
              </a:spcAft>
              <a:buSzPts val="1778"/>
              <a:buChar char="■"/>
              <a:defRPr sz="1778"/>
            </a:lvl6pPr>
            <a:lvl7pPr indent="-341502" lvl="6" marL="3200400">
              <a:spcBef>
                <a:spcPts val="0"/>
              </a:spcBef>
              <a:spcAft>
                <a:spcPts val="0"/>
              </a:spcAft>
              <a:buSzPts val="1778"/>
              <a:buChar char="●"/>
              <a:defRPr sz="1778"/>
            </a:lvl7pPr>
            <a:lvl8pPr indent="-341502" lvl="7" marL="3657600">
              <a:spcBef>
                <a:spcPts val="0"/>
              </a:spcBef>
              <a:spcAft>
                <a:spcPts val="0"/>
              </a:spcAft>
              <a:buSzPts val="1778"/>
              <a:buChar char="○"/>
              <a:defRPr sz="1778"/>
            </a:lvl8pPr>
            <a:lvl9pPr indent="-341502" lvl="8" marL="4114800">
              <a:spcBef>
                <a:spcPts val="0"/>
              </a:spcBef>
              <a:spcAft>
                <a:spcPts val="0"/>
              </a:spcAft>
              <a:buSzPts val="1778"/>
              <a:buChar char="■"/>
              <a:defRPr sz="1778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911011" y="6856656"/>
            <a:ext cx="642000" cy="578700"/>
          </a:xfrm>
          <a:prstGeom prst="rect">
            <a:avLst/>
          </a:prstGeom>
        </p:spPr>
        <p:txBody>
          <a:bodyPr anchorCtr="0" anchor="ctr" bIns="116125" lIns="116125" spcFirstLastPara="1" rIns="116125" wrap="square" tIns="116125">
            <a:normAutofit/>
          </a:bodyPr>
          <a:lstStyle>
            <a:lvl1pPr lvl="0">
              <a:buNone/>
              <a:defRPr sz="1270"/>
            </a:lvl1pPr>
            <a:lvl2pPr lvl="1">
              <a:buNone/>
              <a:defRPr sz="1270"/>
            </a:lvl2pPr>
            <a:lvl3pPr lvl="2">
              <a:buNone/>
              <a:defRPr sz="1270"/>
            </a:lvl3pPr>
            <a:lvl4pPr lvl="3">
              <a:buNone/>
              <a:defRPr sz="1270"/>
            </a:lvl4pPr>
            <a:lvl5pPr lvl="4">
              <a:buNone/>
              <a:defRPr sz="1270"/>
            </a:lvl5pPr>
            <a:lvl6pPr lvl="5">
              <a:buNone/>
              <a:defRPr sz="1270"/>
            </a:lvl6pPr>
            <a:lvl7pPr lvl="6">
              <a:buNone/>
              <a:defRPr sz="1270"/>
            </a:lvl7pPr>
            <a:lvl8pPr lvl="7">
              <a:buNone/>
              <a:defRPr sz="1270"/>
            </a:lvl8pPr>
            <a:lvl9pPr lvl="8">
              <a:buNone/>
              <a:defRPr sz="127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4624" y="6220512"/>
            <a:ext cx="7017300" cy="889800"/>
          </a:xfrm>
          <a:prstGeom prst="rect">
            <a:avLst/>
          </a:prstGeom>
        </p:spPr>
        <p:txBody>
          <a:bodyPr anchorCtr="0" anchor="ctr" bIns="116125" lIns="116125" spcFirstLastPara="1" rIns="116125" wrap="square" tIns="1161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6"/>
              <a:buNone/>
              <a:defRPr sz="2286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911011" y="6856656"/>
            <a:ext cx="642000" cy="578700"/>
          </a:xfrm>
          <a:prstGeom prst="rect">
            <a:avLst/>
          </a:prstGeom>
        </p:spPr>
        <p:txBody>
          <a:bodyPr anchorCtr="0" anchor="ctr" bIns="116125" lIns="116125" spcFirstLastPara="1" rIns="116125" wrap="square" tIns="116125">
            <a:normAutofit/>
          </a:bodyPr>
          <a:lstStyle>
            <a:lvl1pPr lvl="0">
              <a:buNone/>
              <a:defRPr sz="1270"/>
            </a:lvl1pPr>
            <a:lvl2pPr lvl="1">
              <a:buNone/>
              <a:defRPr sz="1270"/>
            </a:lvl2pPr>
            <a:lvl3pPr lvl="2">
              <a:buNone/>
              <a:defRPr sz="1270"/>
            </a:lvl3pPr>
            <a:lvl4pPr lvl="3">
              <a:buNone/>
              <a:defRPr sz="1270"/>
            </a:lvl4pPr>
            <a:lvl5pPr lvl="4">
              <a:buNone/>
              <a:defRPr sz="1270"/>
            </a:lvl5pPr>
            <a:lvl6pPr lvl="5">
              <a:buNone/>
              <a:defRPr sz="1270"/>
            </a:lvl6pPr>
            <a:lvl7pPr lvl="6">
              <a:buNone/>
              <a:defRPr sz="1270"/>
            </a:lvl7pPr>
            <a:lvl8pPr lvl="7">
              <a:buNone/>
              <a:defRPr sz="1270"/>
            </a:lvl8pPr>
            <a:lvl9pPr lvl="8">
              <a:buNone/>
              <a:defRPr sz="127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4624" y="1626413"/>
            <a:ext cx="9967500" cy="2887200"/>
          </a:xfrm>
          <a:prstGeom prst="rect">
            <a:avLst/>
          </a:prstGeom>
        </p:spPr>
        <p:txBody>
          <a:bodyPr anchorCtr="0" anchor="b" bIns="116125" lIns="116125" spcFirstLastPara="1" rIns="116125" wrap="square" tIns="116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240"/>
              <a:buNone/>
              <a:defRPr sz="15240"/>
            </a:lvl1pPr>
            <a:lvl2pPr lvl="1" algn="ctr">
              <a:spcBef>
                <a:spcPts val="0"/>
              </a:spcBef>
              <a:spcAft>
                <a:spcPts val="0"/>
              </a:spcAft>
              <a:buSzPts val="15240"/>
              <a:buNone/>
              <a:defRPr sz="15240"/>
            </a:lvl2pPr>
            <a:lvl3pPr lvl="2" algn="ctr">
              <a:spcBef>
                <a:spcPts val="0"/>
              </a:spcBef>
              <a:spcAft>
                <a:spcPts val="0"/>
              </a:spcAft>
              <a:buSzPts val="15240"/>
              <a:buNone/>
              <a:defRPr sz="15240"/>
            </a:lvl3pPr>
            <a:lvl4pPr lvl="3" algn="ctr">
              <a:spcBef>
                <a:spcPts val="0"/>
              </a:spcBef>
              <a:spcAft>
                <a:spcPts val="0"/>
              </a:spcAft>
              <a:buSzPts val="15240"/>
              <a:buNone/>
              <a:defRPr sz="15240"/>
            </a:lvl4pPr>
            <a:lvl5pPr lvl="4" algn="ctr">
              <a:spcBef>
                <a:spcPts val="0"/>
              </a:spcBef>
              <a:spcAft>
                <a:spcPts val="0"/>
              </a:spcAft>
              <a:buSzPts val="15240"/>
              <a:buNone/>
              <a:defRPr sz="15240"/>
            </a:lvl5pPr>
            <a:lvl6pPr lvl="5" algn="ctr">
              <a:spcBef>
                <a:spcPts val="0"/>
              </a:spcBef>
              <a:spcAft>
                <a:spcPts val="0"/>
              </a:spcAft>
              <a:buSzPts val="15240"/>
              <a:buNone/>
              <a:defRPr sz="15240"/>
            </a:lvl6pPr>
            <a:lvl7pPr lvl="6" algn="ctr">
              <a:spcBef>
                <a:spcPts val="0"/>
              </a:spcBef>
              <a:spcAft>
                <a:spcPts val="0"/>
              </a:spcAft>
              <a:buSzPts val="15240"/>
              <a:buNone/>
              <a:defRPr sz="15240"/>
            </a:lvl7pPr>
            <a:lvl8pPr lvl="7" algn="ctr">
              <a:spcBef>
                <a:spcPts val="0"/>
              </a:spcBef>
              <a:spcAft>
                <a:spcPts val="0"/>
              </a:spcAft>
              <a:buSzPts val="15240"/>
              <a:buNone/>
              <a:defRPr sz="15240"/>
            </a:lvl8pPr>
            <a:lvl9pPr lvl="8" algn="ctr">
              <a:spcBef>
                <a:spcPts val="0"/>
              </a:spcBef>
              <a:spcAft>
                <a:spcPts val="0"/>
              </a:spcAft>
              <a:buSzPts val="15240"/>
              <a:buNone/>
              <a:defRPr sz="1524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4624" y="4634938"/>
            <a:ext cx="9967500" cy="1912500"/>
          </a:xfrm>
          <a:prstGeom prst="rect">
            <a:avLst/>
          </a:prstGeom>
        </p:spPr>
        <p:txBody>
          <a:bodyPr anchorCtr="0" anchor="t" bIns="116125" lIns="116125" spcFirstLastPara="1" rIns="116125" wrap="square" tIns="116125">
            <a:normAutofit/>
          </a:bodyPr>
          <a:lstStyle>
            <a:lvl1pPr indent="-373759" lvl="0" marL="457200" algn="ctr">
              <a:spcBef>
                <a:spcPts val="0"/>
              </a:spcBef>
              <a:spcAft>
                <a:spcPts val="0"/>
              </a:spcAft>
              <a:buSzPts val="2286"/>
              <a:buChar char="●"/>
              <a:defRPr sz="2286"/>
            </a:lvl1pPr>
            <a:lvl2pPr indent="-341502" lvl="1" marL="914400" algn="ctr">
              <a:spcBef>
                <a:spcPts val="0"/>
              </a:spcBef>
              <a:spcAft>
                <a:spcPts val="0"/>
              </a:spcAft>
              <a:buSzPts val="1778"/>
              <a:buChar char="○"/>
              <a:defRPr sz="1778"/>
            </a:lvl2pPr>
            <a:lvl3pPr indent="-341502" lvl="2" marL="1371600" algn="ctr">
              <a:spcBef>
                <a:spcPts val="0"/>
              </a:spcBef>
              <a:spcAft>
                <a:spcPts val="0"/>
              </a:spcAft>
              <a:buSzPts val="1778"/>
              <a:buChar char="■"/>
              <a:defRPr sz="1778"/>
            </a:lvl3pPr>
            <a:lvl4pPr indent="-341502" lvl="3" marL="1828800" algn="ctr">
              <a:spcBef>
                <a:spcPts val="0"/>
              </a:spcBef>
              <a:spcAft>
                <a:spcPts val="0"/>
              </a:spcAft>
              <a:buSzPts val="1778"/>
              <a:buChar char="●"/>
              <a:defRPr sz="1778"/>
            </a:lvl4pPr>
            <a:lvl5pPr indent="-341502" lvl="4" marL="2286000" algn="ctr">
              <a:spcBef>
                <a:spcPts val="0"/>
              </a:spcBef>
              <a:spcAft>
                <a:spcPts val="0"/>
              </a:spcAft>
              <a:buSzPts val="1778"/>
              <a:buChar char="○"/>
              <a:defRPr sz="1778"/>
            </a:lvl5pPr>
            <a:lvl6pPr indent="-341502" lvl="5" marL="2743200" algn="ctr">
              <a:spcBef>
                <a:spcPts val="0"/>
              </a:spcBef>
              <a:spcAft>
                <a:spcPts val="0"/>
              </a:spcAft>
              <a:buSzPts val="1778"/>
              <a:buChar char="■"/>
              <a:defRPr sz="1778"/>
            </a:lvl6pPr>
            <a:lvl7pPr indent="-341502" lvl="6" marL="3200400" algn="ctr">
              <a:spcBef>
                <a:spcPts val="0"/>
              </a:spcBef>
              <a:spcAft>
                <a:spcPts val="0"/>
              </a:spcAft>
              <a:buSzPts val="1778"/>
              <a:buChar char="●"/>
              <a:defRPr sz="1778"/>
            </a:lvl7pPr>
            <a:lvl8pPr indent="-341502" lvl="7" marL="3657600" algn="ctr">
              <a:spcBef>
                <a:spcPts val="0"/>
              </a:spcBef>
              <a:spcAft>
                <a:spcPts val="0"/>
              </a:spcAft>
              <a:buSzPts val="1778"/>
              <a:buChar char="○"/>
              <a:defRPr sz="1778"/>
            </a:lvl8pPr>
            <a:lvl9pPr indent="-341502" lvl="8" marL="4114800" algn="ctr">
              <a:spcBef>
                <a:spcPts val="0"/>
              </a:spcBef>
              <a:spcAft>
                <a:spcPts val="0"/>
              </a:spcAft>
              <a:buSzPts val="1778"/>
              <a:buChar char="■"/>
              <a:defRPr sz="1778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911011" y="6856656"/>
            <a:ext cx="642000" cy="578700"/>
          </a:xfrm>
          <a:prstGeom prst="rect">
            <a:avLst/>
          </a:prstGeom>
        </p:spPr>
        <p:txBody>
          <a:bodyPr anchorCtr="0" anchor="ctr" bIns="116125" lIns="116125" spcFirstLastPara="1" rIns="116125" wrap="square" tIns="116125">
            <a:normAutofit/>
          </a:bodyPr>
          <a:lstStyle>
            <a:lvl1pPr lvl="0">
              <a:buNone/>
              <a:defRPr sz="1270"/>
            </a:lvl1pPr>
            <a:lvl2pPr lvl="1">
              <a:buNone/>
              <a:defRPr sz="1270"/>
            </a:lvl2pPr>
            <a:lvl3pPr lvl="2">
              <a:buNone/>
              <a:defRPr sz="1270"/>
            </a:lvl3pPr>
            <a:lvl4pPr lvl="3">
              <a:buNone/>
              <a:defRPr sz="1270"/>
            </a:lvl4pPr>
            <a:lvl5pPr lvl="4">
              <a:buNone/>
              <a:defRPr sz="1270"/>
            </a:lvl5pPr>
            <a:lvl6pPr lvl="5">
              <a:buNone/>
              <a:defRPr sz="1270"/>
            </a:lvl6pPr>
            <a:lvl7pPr lvl="6">
              <a:buNone/>
              <a:defRPr sz="1270"/>
            </a:lvl7pPr>
            <a:lvl8pPr lvl="7">
              <a:buNone/>
              <a:defRPr sz="1270"/>
            </a:lvl8pPr>
            <a:lvl9pPr lvl="8">
              <a:buNone/>
              <a:defRPr sz="127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911011" y="6856656"/>
            <a:ext cx="642000" cy="578700"/>
          </a:xfrm>
          <a:prstGeom prst="rect">
            <a:avLst/>
          </a:prstGeom>
        </p:spPr>
        <p:txBody>
          <a:bodyPr anchorCtr="0" anchor="ctr" bIns="116125" lIns="116125" spcFirstLastPara="1" rIns="116125" wrap="square" tIns="116125">
            <a:normAutofit/>
          </a:bodyPr>
          <a:lstStyle>
            <a:lvl1pPr lvl="0">
              <a:buNone/>
              <a:defRPr sz="1270"/>
            </a:lvl1pPr>
            <a:lvl2pPr lvl="1">
              <a:buNone/>
              <a:defRPr sz="1270"/>
            </a:lvl2pPr>
            <a:lvl3pPr lvl="2">
              <a:buNone/>
              <a:defRPr sz="1270"/>
            </a:lvl3pPr>
            <a:lvl4pPr lvl="3">
              <a:buNone/>
              <a:defRPr sz="1270"/>
            </a:lvl4pPr>
            <a:lvl5pPr lvl="4">
              <a:buNone/>
              <a:defRPr sz="1270"/>
            </a:lvl5pPr>
            <a:lvl6pPr lvl="5">
              <a:buNone/>
              <a:defRPr sz="1270"/>
            </a:lvl6pPr>
            <a:lvl7pPr lvl="6">
              <a:buNone/>
              <a:defRPr sz="1270"/>
            </a:lvl7pPr>
            <a:lvl8pPr lvl="7">
              <a:buNone/>
              <a:defRPr sz="1270"/>
            </a:lvl8pPr>
            <a:lvl9pPr lvl="8">
              <a:buNone/>
              <a:defRPr sz="127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4624" y="654352"/>
            <a:ext cx="99675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125" lIns="116125" spcFirstLastPara="1" rIns="116125" wrap="square" tIns="116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None/>
              <a:defRPr sz="3556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None/>
              <a:defRPr sz="3556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None/>
              <a:defRPr sz="3556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None/>
              <a:defRPr sz="3556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None/>
              <a:defRPr sz="3556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None/>
              <a:defRPr sz="3556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None/>
              <a:defRPr sz="3556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None/>
              <a:defRPr sz="3556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None/>
              <a:defRPr sz="3556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4624" y="1694565"/>
            <a:ext cx="9967500" cy="50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125" lIns="116125" spcFirstLastPara="1" rIns="116125" wrap="square" tIns="116125">
            <a:normAutofit/>
          </a:bodyPr>
          <a:lstStyle>
            <a:lvl1pPr indent="-373759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86"/>
              <a:buChar char="●"/>
              <a:defRPr sz="2286">
                <a:solidFill>
                  <a:schemeClr val="dk2"/>
                </a:solidFill>
              </a:defRPr>
            </a:lvl1pPr>
            <a:lvl2pPr indent="-341502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8"/>
              <a:buChar char="○"/>
              <a:defRPr sz="1778">
                <a:solidFill>
                  <a:schemeClr val="dk2"/>
                </a:solidFill>
              </a:defRPr>
            </a:lvl2pPr>
            <a:lvl3pPr indent="-341502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8"/>
              <a:buChar char="■"/>
              <a:defRPr sz="1778">
                <a:solidFill>
                  <a:schemeClr val="dk2"/>
                </a:solidFill>
              </a:defRPr>
            </a:lvl3pPr>
            <a:lvl4pPr indent="-341502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8"/>
              <a:buChar char="●"/>
              <a:defRPr sz="1778">
                <a:solidFill>
                  <a:schemeClr val="dk2"/>
                </a:solidFill>
              </a:defRPr>
            </a:lvl4pPr>
            <a:lvl5pPr indent="-341502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8"/>
              <a:buChar char="○"/>
              <a:defRPr sz="1778">
                <a:solidFill>
                  <a:schemeClr val="dk2"/>
                </a:solidFill>
              </a:defRPr>
            </a:lvl5pPr>
            <a:lvl6pPr indent="-341502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8"/>
              <a:buChar char="■"/>
              <a:defRPr sz="1778">
                <a:solidFill>
                  <a:schemeClr val="dk2"/>
                </a:solidFill>
              </a:defRPr>
            </a:lvl6pPr>
            <a:lvl7pPr indent="-341502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8"/>
              <a:buChar char="●"/>
              <a:defRPr sz="1778">
                <a:solidFill>
                  <a:schemeClr val="dk2"/>
                </a:solidFill>
              </a:defRPr>
            </a:lvl7pPr>
            <a:lvl8pPr indent="-341502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8"/>
              <a:buChar char="○"/>
              <a:defRPr sz="1778">
                <a:solidFill>
                  <a:schemeClr val="dk2"/>
                </a:solidFill>
              </a:defRPr>
            </a:lvl8pPr>
            <a:lvl9pPr indent="-341502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8"/>
              <a:buChar char="■"/>
              <a:defRPr sz="1778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911011" y="6856656"/>
            <a:ext cx="642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125" lIns="116125" spcFirstLastPara="1" rIns="116125" wrap="square" tIns="116125">
            <a:normAutofit/>
          </a:bodyPr>
          <a:lstStyle>
            <a:lvl1pPr lvl="0" algn="r">
              <a:buNone/>
              <a:defRPr sz="1270">
                <a:solidFill>
                  <a:schemeClr val="dk2"/>
                </a:solidFill>
              </a:defRPr>
            </a:lvl1pPr>
            <a:lvl2pPr lvl="1" algn="r">
              <a:buNone/>
              <a:defRPr sz="1270">
                <a:solidFill>
                  <a:schemeClr val="dk2"/>
                </a:solidFill>
              </a:defRPr>
            </a:lvl2pPr>
            <a:lvl3pPr lvl="2" algn="r">
              <a:buNone/>
              <a:defRPr sz="1270">
                <a:solidFill>
                  <a:schemeClr val="dk2"/>
                </a:solidFill>
              </a:defRPr>
            </a:lvl3pPr>
            <a:lvl4pPr lvl="3" algn="r">
              <a:buNone/>
              <a:defRPr sz="1270">
                <a:solidFill>
                  <a:schemeClr val="dk2"/>
                </a:solidFill>
              </a:defRPr>
            </a:lvl4pPr>
            <a:lvl5pPr lvl="4" algn="r">
              <a:buNone/>
              <a:defRPr sz="1270">
                <a:solidFill>
                  <a:schemeClr val="dk2"/>
                </a:solidFill>
              </a:defRPr>
            </a:lvl5pPr>
            <a:lvl6pPr lvl="5" algn="r">
              <a:buNone/>
              <a:defRPr sz="1270">
                <a:solidFill>
                  <a:schemeClr val="dk2"/>
                </a:solidFill>
              </a:defRPr>
            </a:lvl6pPr>
            <a:lvl7pPr lvl="6" algn="r">
              <a:buNone/>
              <a:defRPr sz="1270">
                <a:solidFill>
                  <a:schemeClr val="dk2"/>
                </a:solidFill>
              </a:defRPr>
            </a:lvl7pPr>
            <a:lvl8pPr lvl="7" algn="r">
              <a:buNone/>
              <a:defRPr sz="1270">
                <a:solidFill>
                  <a:schemeClr val="dk2"/>
                </a:solidFill>
              </a:defRPr>
            </a:lvl8pPr>
            <a:lvl9pPr lvl="8" algn="r">
              <a:buNone/>
              <a:defRPr sz="127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0696576" cy="756282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87738" y="2256175"/>
            <a:ext cx="47211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 u="sng">
                <a:solidFill>
                  <a:srgbClr val="0B4296"/>
                </a:solidFill>
                <a:latin typeface="Poppins"/>
                <a:ea typeface="Poppins"/>
                <a:cs typeface="Poppins"/>
                <a:sym typeface="Poppins"/>
              </a:rPr>
              <a:t>John Doe</a:t>
            </a:r>
            <a:endParaRPr b="1" sz="7200" u="sng">
              <a:solidFill>
                <a:srgbClr val="0B42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854000" y="6250150"/>
            <a:ext cx="18573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25/05/2026</a:t>
            </a:r>
            <a:endParaRPr sz="18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524613" y="5489350"/>
            <a:ext cx="15279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B4296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b="1" lang="en" sz="1800">
                <a:solidFill>
                  <a:srgbClr val="0B4296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endParaRPr b="1" sz="1800">
              <a:solidFill>
                <a:srgbClr val="0B42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0696576" cy="756282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2987738" y="2256175"/>
            <a:ext cx="47211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 u="sng">
                <a:solidFill>
                  <a:srgbClr val="0B4296"/>
                </a:solidFill>
                <a:latin typeface="Poppins"/>
                <a:ea typeface="Poppins"/>
                <a:cs typeface="Poppins"/>
                <a:sym typeface="Poppins"/>
              </a:rPr>
              <a:t>John Doe</a:t>
            </a:r>
            <a:endParaRPr b="1" sz="7200" u="sng">
              <a:solidFill>
                <a:srgbClr val="0B42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854000" y="6250150"/>
            <a:ext cx="18573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25/05/2026</a:t>
            </a:r>
            <a:endParaRPr sz="18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